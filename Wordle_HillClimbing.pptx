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86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300" b="0" i="0" u="none" strike="noStrike" dirty="0">
                <a:solidFill>
                  <a:srgbClr val="1B2A4A"/>
                </a:solidFill>
                <a:latin typeface="Arial"/>
              </a:rPr>
              <a:t>Guess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Hill Climbing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 turn</c:v>
                </c:pt>
                <c:pt idx="1">
                  <c:v>2 turns</c:v>
                </c:pt>
                <c:pt idx="2">
                  <c:v>3 turns</c:v>
                </c:pt>
                <c:pt idx="3">
                  <c:v>4 turns</c:v>
                </c:pt>
                <c:pt idx="4">
                  <c:v>5 turns</c:v>
                </c:pt>
                <c:pt idx="5">
                  <c:v>6 turns</c:v>
                </c:pt>
                <c:pt idx="6">
                  <c:v>Failed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130</c:v>
                </c:pt>
                <c:pt idx="2">
                  <c:v>920</c:v>
                </c:pt>
                <c:pt idx="3">
                  <c:v>921</c:v>
                </c:pt>
                <c:pt idx="4">
                  <c:v>268</c:v>
                </c:pt>
                <c:pt idx="5">
                  <c:v>53</c:v>
                </c:pt>
                <c:pt idx="6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29-4277-9BA3-3654FB43A4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840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274320"/>
            <a:ext cx="438912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17920" y="274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11696" y="274320"/>
            <a:ext cx="438912" cy="43891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11696" y="274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05472" y="274320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05472" y="274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99248" y="274320"/>
            <a:ext cx="438912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99248" y="274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93024" y="274320"/>
            <a:ext cx="438912" cy="43891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93024" y="274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274320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0" y="274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Wordle: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vs Hill Climbing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Performance Analysis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Negm 23-101261 |  Omar Ahmed 23-101261 | Wordle Solver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Description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120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Wordle?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Wordle is a word-guessing game where a player has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attempts to identify a hidden 5-letter word.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guess, letter-level feedback is given: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 Correct letter, correct position (Green)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🟨  Correct letter, wrong position (Yellow)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 Letter not in the word (Grey)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solver that beats (or matches) a human player across a full benchmark of all words.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108960" cy="3657600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1051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Game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24728" y="1481328"/>
            <a:ext cx="493776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24728" y="148132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91656" y="1481328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91656" y="148132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58584" y="1481328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58584" y="148132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25512" y="1481328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25512" y="148132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481328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92440" y="148132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24728" y="2011680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24728" y="20116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91656" y="2011680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91656" y="20116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58584" y="2011680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58584" y="20116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525512" y="2011680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25512" y="20116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92440" y="2011680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92440" y="20116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824728" y="2542032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24728" y="254203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91656" y="2542032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91656" y="254203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58584" y="2542032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58584" y="254203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525512" y="2542032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25512" y="254203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092440" y="2542032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92440" y="254203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824728" y="3072384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24728" y="307238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391656" y="3072384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91656" y="307238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958584" y="3072384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958584" y="307238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525512" y="3072384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525512" y="307238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092440" y="3072384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092440" y="307238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824728" y="3602736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24728" y="36027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391656" y="3602736"/>
            <a:ext cx="493776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91656" y="36027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958584" y="3602736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58584" y="36027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7525512" y="3602736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25512" y="36027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8092440" y="3602736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092440" y="36027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5824728" y="4133088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824728" y="41330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6391656" y="4133088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91656" y="41330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6958584" y="4133088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958584" y="41330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7525512" y="4133088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525512" y="41330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8092440" y="4133088"/>
            <a:ext cx="4937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092440" y="41330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Algorithms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207568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221284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404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8972" y="228485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6426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the full word list of possible answers.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207568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5848" y="221284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335584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90772" y="229093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26426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letter frequencies from (remaining) words in the list.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07568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27648" y="221284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632764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29093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26426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word by summing unique-letter frequencies.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3016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76732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384048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3998" y="38450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Best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419709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highest-scoring word, with tie-breaks done alphabetically.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46120" y="363016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55848" y="376732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3355848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20054" y="38450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419709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candidates that the word cannot possibly be.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363016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27648" y="376732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Text 30"/>
          <p:cNvSpPr/>
          <p:nvPr/>
        </p:nvSpPr>
        <p:spPr>
          <a:xfrm>
            <a:off x="6327648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15377" y="38450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27648" y="419709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Step 2 until solved or your 6 turns are done.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4320" y="125958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Hill Climbing: always pick the locally optimal next guess</a:t>
            </a:r>
            <a:endParaRPr lang="en-US" sz="2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Implementation Details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698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🟩  Recreating the Wordle Engine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8912" y="1490472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two-pass algorithm that checks greens first, tallies the rest of the letters, and performs a second pass, making sure not the repeat letters</a:t>
            </a:r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10912" y="10698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Unique Letter Scoring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10912" y="1490472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are scored without counting repeated letters, giving words without repeated letters more points, incentivizing the AI to choose words that will give it more information.</a:t>
            </a:r>
          </a:p>
        </p:txBody>
      </p:sp>
      <p:sp>
        <p:nvSpPr>
          <p:cNvPr id="11" name="Shape 9"/>
          <p:cNvSpPr/>
          <p:nvPr/>
        </p:nvSpPr>
        <p:spPr>
          <a:xfrm>
            <a:off x="274320" y="2898648"/>
            <a:ext cx="8778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912" y="300837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 Hill Climbing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8912" y="3429000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/>
              <a:t>Goal: </a:t>
            </a:r>
            <a:r>
              <a:rPr lang="en-US" sz="1150" dirty="0"/>
              <a:t>Where the Guess = Secret Word</a:t>
            </a:r>
          </a:p>
          <a:p>
            <a:r>
              <a:rPr lang="en-US" sz="1150" b="1" dirty="0"/>
              <a:t>States: </a:t>
            </a:r>
            <a:r>
              <a:rPr lang="en-US" sz="1200" dirty="0"/>
              <a:t>The current candidate pool of 5-letter words.</a:t>
            </a:r>
          </a:p>
          <a:p>
            <a:r>
              <a:rPr lang="en-US" sz="1200" b="1" dirty="0"/>
              <a:t>Heuristic: </a:t>
            </a:r>
            <a:r>
              <a:rPr lang="en-US" sz="1200" dirty="0"/>
              <a:t>Sum of </a:t>
            </a:r>
            <a:r>
              <a:rPr lang="en-US" sz="1200" b="1" dirty="0"/>
              <a:t>unique letter frequencies</a:t>
            </a:r>
            <a:r>
              <a:rPr lang="en-US" sz="1200" dirty="0"/>
              <a:t>, recomputed with each turn (because the word pool changes).</a:t>
            </a:r>
            <a:endParaRPr lang="en-US" sz="1150" b="1" dirty="0"/>
          </a:p>
        </p:txBody>
      </p:sp>
      <p:sp>
        <p:nvSpPr>
          <p:cNvPr id="15" name="Text 13"/>
          <p:cNvSpPr/>
          <p:nvPr/>
        </p:nvSpPr>
        <p:spPr>
          <a:xfrm>
            <a:off x="5010912" y="3008376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✂️  Pruning Candidates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10912" y="3419856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Hill Climbing Algo: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1: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2315 	Candidates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Turn 2: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145     Candidates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Turn 3: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1         	Candidate!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logic is pure Python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A2C674F-7D4D-041E-C2D5-637371BAA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45701"/>
            <a:ext cx="1622294" cy="682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Observations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518794352"/>
              </p:ext>
            </p:extLst>
          </p:nvPr>
        </p:nvGraphicFramePr>
        <p:xfrm>
          <a:off x="274320" y="9144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960120"/>
            <a:ext cx="30175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0332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3.647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89320" y="1581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Avg — turns to solve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2221992"/>
            <a:ext cx="30175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89320" y="22951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989320" y="28437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Rate — across all words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3483864"/>
            <a:ext cx="30175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9320" y="35570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989320" y="4105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— out of all ~2,315 words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45445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rare failures occur on words differing only in one letter.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Comparison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93549"/>
              </p:ext>
            </p:extLst>
          </p:nvPr>
        </p:nvGraphicFramePr>
        <p:xfrm>
          <a:off x="365760" y="1005839"/>
          <a:ext cx="8412480" cy="251913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9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Solved Bot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Hill Climbing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(Hamza)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Turns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3.421</a:t>
                      </a:r>
                      <a:endParaRPr lang="en-US" sz="1300" dirty="0">
                        <a:solidFill>
                          <a:schemeClr val="accent6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9E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300" dirty="0">
                        <a:solidFill>
                          <a:srgbClr val="0E9E9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9E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solidFill>
                          <a:srgbClr val="0E9E9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794760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4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3434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Solved Bot is the Optimal Method to play Wordle found by Alex Selby in 2022, so its numbers were used a benchmark.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3794760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375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337560" y="43434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Although the Hill Climbing Algorithm fails to beat all wordles, it still beats humans by 3.5%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3794760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179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217920" y="434340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Climbing’s consistency (Std Dev) lies right between human and optimal, which may come from its greedy nature.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1508760"/>
          </a:xfrm>
          <a:prstGeom prst="rect">
            <a:avLst/>
          </a:prstGeom>
          <a:solidFill>
            <a:srgbClr val="243B55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Problem Solved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greedy hill-climbing solver solves the full word list with a 99% success rate with an average 3.647 turns needed to solve.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143000"/>
            <a:ext cx="4114800" cy="1508760"/>
          </a:xfrm>
          <a:prstGeom prst="rect">
            <a:avLst/>
          </a:prstGeom>
          <a:solidFill>
            <a:srgbClr val="243B55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Algorithm Efficiency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pruning process is essential to the function of this AI, decreasing time on frequency recomputation, and ensures that each subsequent climb focuses only on valid candidates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114800" cy="1508760"/>
          </a:xfrm>
          <a:prstGeom prst="rect">
            <a:avLst/>
          </a:prstGeom>
          <a:solidFill>
            <a:srgbClr val="243B55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Outperforms Humans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mean of 3.48 turns and 0% failure rate, the solver consistently beats both tracked human play (3.65) and the general population mean (4.11).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Hill Climbing · Wordle Solver · Human vs AI</a:t>
            </a:r>
            <a:endParaRPr lang="en-US" sz="11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8416B408-7401-1240-35A4-684B8B7A890C}"/>
              </a:ext>
            </a:extLst>
          </p:cNvPr>
          <p:cNvSpPr/>
          <p:nvPr/>
        </p:nvSpPr>
        <p:spPr>
          <a:xfrm>
            <a:off x="4892040" y="2834640"/>
            <a:ext cx="4114800" cy="1508760"/>
          </a:xfrm>
          <a:prstGeom prst="rect">
            <a:avLst/>
          </a:prstGeom>
          <a:solidFill>
            <a:srgbClr val="0E9E91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BDE87-BF94-7AA7-3A84-E1437B1880E5}"/>
              </a:ext>
            </a:extLst>
          </p:cNvPr>
          <p:cNvSpPr txBox="1"/>
          <p:nvPr/>
        </p:nvSpPr>
        <p:spPr>
          <a:xfrm>
            <a:off x="5029200" y="3185063"/>
            <a:ext cx="384048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</a:p>
          <a:p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627</Words>
  <Application>Microsoft Office PowerPoint</Application>
  <PresentationFormat>On-screen Show (16:9)</PresentationFormat>
  <Paragraphs>137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Wordle: Human vs Greedy Hill Climbing</dc:title>
  <dc:subject>PptxGenJS Presentation</dc:subject>
  <dc:creator>PptxGenJS</dc:creator>
  <cp:lastModifiedBy>Mahmoud Najm</cp:lastModifiedBy>
  <cp:revision>2</cp:revision>
  <dcterms:created xsi:type="dcterms:W3CDTF">2026-04-07T08:52:22Z</dcterms:created>
  <dcterms:modified xsi:type="dcterms:W3CDTF">2026-04-07T10:57:24Z</dcterms:modified>
</cp:coreProperties>
</file>